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5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BABD4-20C1-49C2-BE54-B1431D2EA55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E33B6D7-1D62-42D6-AC4B-46A2537F6D8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612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BABD4-20C1-49C2-BE54-B1431D2EA55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3B6D7-1D62-42D6-AC4B-46A2537F6D8C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19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BABD4-20C1-49C2-BE54-B1431D2EA55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3B6D7-1D62-42D6-AC4B-46A2537F6D8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439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BABD4-20C1-49C2-BE54-B1431D2EA55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3B6D7-1D62-42D6-AC4B-46A2537F6D8C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763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BABD4-20C1-49C2-BE54-B1431D2EA55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3B6D7-1D62-42D6-AC4B-46A2537F6D8C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31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BABD4-20C1-49C2-BE54-B1431D2EA55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3B6D7-1D62-42D6-AC4B-46A2537F6D8C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90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BABD4-20C1-49C2-BE54-B1431D2EA55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3B6D7-1D62-42D6-AC4B-46A2537F6D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116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BABD4-20C1-49C2-BE54-B1431D2EA55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3B6D7-1D62-42D6-AC4B-46A2537F6D8C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964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1BBABD4-20C1-49C2-BE54-B1431D2EA55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3B6D7-1D62-42D6-AC4B-46A2537F6D8C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23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BABD4-20C1-49C2-BE54-B1431D2EA55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3B6D7-1D62-42D6-AC4B-46A2537F6D8C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81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BABD4-20C1-49C2-BE54-B1431D2EA55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3B6D7-1D62-42D6-AC4B-46A2537F6D8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246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BABD4-20C1-49C2-BE54-B1431D2EA553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E33B6D7-1D62-42D6-AC4B-46A2537F6D8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488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EE1674-80AB-15A5-EAC7-23B5414682F4}"/>
              </a:ext>
            </a:extLst>
          </p:cNvPr>
          <p:cNvSpPr/>
          <p:nvPr/>
        </p:nvSpPr>
        <p:spPr>
          <a:xfrm>
            <a:off x="1524000" y="654343"/>
            <a:ext cx="2508308" cy="874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Interface::Vehicle</a:t>
            </a:r>
          </a:p>
          <a:p>
            <a:pPr algn="ctr"/>
            <a:r>
              <a:rPr lang="en-US" dirty="0"/>
              <a:t>                   ::drive();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D229E8-82E4-0D44-11F5-4EC621106310}"/>
              </a:ext>
            </a:extLst>
          </p:cNvPr>
          <p:cNvSpPr/>
          <p:nvPr/>
        </p:nvSpPr>
        <p:spPr>
          <a:xfrm>
            <a:off x="3587693" y="2258446"/>
            <a:ext cx="2508308" cy="945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Class::Car</a:t>
            </a:r>
          </a:p>
          <a:p>
            <a:pPr algn="ctr"/>
            <a:r>
              <a:rPr lang="en-US" dirty="0"/>
              <a:t>                    ::drive();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64240C-F9A2-B29B-0B5C-E8C3560942E7}"/>
              </a:ext>
            </a:extLst>
          </p:cNvPr>
          <p:cNvSpPr/>
          <p:nvPr/>
        </p:nvSpPr>
        <p:spPr>
          <a:xfrm>
            <a:off x="86688" y="2258446"/>
            <a:ext cx="2508308" cy="945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Class::Truck</a:t>
            </a:r>
          </a:p>
          <a:p>
            <a:pPr algn="ctr"/>
            <a:r>
              <a:rPr lang="en-US" dirty="0"/>
              <a:t>               ::drive();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A3CF44-A855-2A22-C200-D0C7D79CA2C5}"/>
              </a:ext>
            </a:extLst>
          </p:cNvPr>
          <p:cNvSpPr/>
          <p:nvPr/>
        </p:nvSpPr>
        <p:spPr>
          <a:xfrm>
            <a:off x="8159693" y="1600199"/>
            <a:ext cx="3752673" cy="945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Abstract Class::</a:t>
            </a:r>
            <a:r>
              <a:rPr lang="en-US" dirty="0" err="1"/>
              <a:t>VehicleFactory</a:t>
            </a:r>
            <a:endParaRPr lang="en-US" dirty="0"/>
          </a:p>
          <a:p>
            <a:pPr algn="ctr"/>
            <a:r>
              <a:rPr lang="en-US" dirty="0"/>
              <a:t>	       ::</a:t>
            </a:r>
            <a:r>
              <a:rPr lang="en-US" dirty="0" err="1"/>
              <a:t>getVehicle</a:t>
            </a:r>
            <a:r>
              <a:rPr lang="en-US" dirty="0"/>
              <a:t>();</a:t>
            </a:r>
            <a:endParaRPr lang="en-IN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0AEACF01-D407-E4BF-B9EC-0AB71A07A59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447250" y="859801"/>
            <a:ext cx="725501" cy="206369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DB554F7-D815-4583-AF05-24E33E3DD5FB}"/>
              </a:ext>
            </a:extLst>
          </p:cNvPr>
          <p:cNvCxnSpPr>
            <a:cxnSpLocks/>
            <a:stCxn id="4" idx="2"/>
          </p:cNvCxnSpPr>
          <p:nvPr/>
        </p:nvCxnSpPr>
        <p:spPr>
          <a:xfrm rot="5400000">
            <a:off x="1684163" y="1160406"/>
            <a:ext cx="725502" cy="146248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D4FB1156-1EFB-0761-58F0-3CC2709337DC}"/>
              </a:ext>
            </a:extLst>
          </p:cNvPr>
          <p:cNvSpPr/>
          <p:nvPr/>
        </p:nvSpPr>
        <p:spPr>
          <a:xfrm>
            <a:off x="8271545" y="167780"/>
            <a:ext cx="3431097" cy="1266737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Takes type as input and provide objects using if-else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344308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</TotalTime>
  <Words>39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Gallery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Lakshay Pahuja</dc:creator>
  <cp:lastModifiedBy>Lakshay Pahuja</cp:lastModifiedBy>
  <cp:revision>1</cp:revision>
  <dcterms:created xsi:type="dcterms:W3CDTF">2026-02-16T06:33:13Z</dcterms:created>
  <dcterms:modified xsi:type="dcterms:W3CDTF">2026-02-16T06:41:37Z</dcterms:modified>
</cp:coreProperties>
</file>